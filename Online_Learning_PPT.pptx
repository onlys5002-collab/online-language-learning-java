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39" y="-6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Language Learning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Hackathon Submission</a:t>
            </a:r>
          </a:p>
          <a:p>
            <a:r>
              <a:rPr dirty="0"/>
              <a:t>Developer: </a:t>
            </a:r>
            <a:r>
              <a:rPr lang="en-US" dirty="0"/>
              <a:t>CHANDAN KUMAR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Learners need an interactive, simple language learning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Interactive lessons</a:t>
            </a:r>
          </a:p>
          <a:p>
            <a:r>
              <a:t>- Quizzes</a:t>
            </a:r>
          </a:p>
          <a:p>
            <a:r>
              <a:t>- Progress tracking</a:t>
            </a:r>
          </a:p>
          <a:p>
            <a:r>
              <a:t>-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Java, JSP, Servlets, HTML, 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Servlet → JSP → Database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903903-1E04-90D5-0E77-12B51B9B4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Interactive, Simple, Effective Learning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64</Words>
  <Application>Microsoft Office PowerPoint</Application>
  <PresentationFormat>On-screen Show (4:3)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Online Language Learning Platform</vt:lpstr>
      <vt:lpstr>Problem Statement</vt:lpstr>
      <vt:lpstr>Features</vt:lpstr>
      <vt:lpstr>Tech Stack</vt:lpstr>
      <vt:lpstr>Architecture</vt:lpstr>
      <vt:lpstr>Screenshots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chandan kumar</dc:creator>
  <cp:keywords/>
  <dc:description>generated using python-pptx</dc:description>
  <cp:lastModifiedBy>chandan kumar</cp:lastModifiedBy>
  <cp:revision>2</cp:revision>
  <dcterms:created xsi:type="dcterms:W3CDTF">2013-01-27T09:14:16Z</dcterms:created>
  <dcterms:modified xsi:type="dcterms:W3CDTF">2025-11-27T13:13:40Z</dcterms:modified>
  <cp:category/>
</cp:coreProperties>
</file>